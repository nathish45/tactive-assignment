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F9616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754880"/>
            <a:ext cx="3108960" cy="3108960"/>
          </a:xfrm>
          <a:prstGeom prst="ellipse">
            <a:avLst/>
          </a:prstGeom>
          <a:solidFill>
            <a:srgbClr val="F9E795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CANTEEN ORDERING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QA Automation, Documentation &amp; Software Engineering Assessment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Stock-aware ordering • cutoff enforcement • AI-directed build, test &amp; fix loop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Internship Assessment Submission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canteen ordering system has real rules, not just a to-do list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4507992"/>
            <a:ext cx="2606040" cy="109728"/>
          </a:xfrm>
          <a:prstGeom prst="roundRect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4507992"/>
            <a:ext cx="260604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1650492" y="2148840"/>
            <a:ext cx="585216" cy="5852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1650492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Overselling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3355848"/>
            <a:ext cx="2240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students order the last plate at the same second — who actually gets it?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4720" y="187452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4507992"/>
            <a:ext cx="2606040" cy="109728"/>
          </a:xfrm>
          <a:prstGeom prst="roundRect">
            <a:avLst/>
          </a:prstGeom>
          <a:solidFill>
            <a:srgbClr val="2F3C7E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4507992"/>
            <a:ext cx="2606040" cy="54864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4" name="Shape 12"/>
          <p:cNvSpPr/>
          <p:nvPr/>
        </p:nvSpPr>
        <p:spPr>
          <a:xfrm>
            <a:off x="4485132" y="2148840"/>
            <a:ext cx="585216" cy="5852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5" name="Text 13"/>
          <p:cNvSpPr/>
          <p:nvPr/>
        </p:nvSpPr>
        <p:spPr>
          <a:xfrm>
            <a:off x="4485132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657600" y="29260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orders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657600" y="3355848"/>
            <a:ext cx="2240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placed after the kitchen has started cooking can't be honored.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187452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4507992"/>
            <a:ext cx="2606040" cy="109728"/>
          </a:xfrm>
          <a:prstGeom prst="roundRect">
            <a:avLst/>
          </a:prstGeom>
          <a:solidFill>
            <a:srgbClr val="F96167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4507992"/>
            <a:ext cx="260604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9772" y="2148840"/>
            <a:ext cx="585216" cy="5852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7319772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492240" y="29260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Hoarding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92240" y="3355848"/>
            <a:ext cx="2240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per-person cap, one student could buy out the entire day's stock.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144000" y="187452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44000" y="4507992"/>
            <a:ext cx="2606040" cy="109728"/>
          </a:xfrm>
          <a:prstGeom prst="roundRect">
            <a:avLst/>
          </a:prstGeom>
          <a:solidFill>
            <a:srgbClr val="2F3C7E"/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0" y="4507992"/>
            <a:ext cx="2606040" cy="54864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54412" y="2148840"/>
            <a:ext cx="585216" cy="5852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9" name="Text 27"/>
          <p:cNvSpPr/>
          <p:nvPr/>
        </p:nvSpPr>
        <p:spPr>
          <a:xfrm>
            <a:off x="10154412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9326880" y="29260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326880" y="3355848"/>
            <a:ext cx="2240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cancel a mistaken order, or for feedback to reach the kitchen.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4983480"/>
            <a:ext cx="10149840" cy="914400"/>
          </a:xfrm>
          <a:prstGeom prst="roundRect">
            <a:avLst>
              <a:gd name="adj" fmla="val 10000"/>
            </a:avLst>
          </a:prstGeom>
          <a:solidFill>
            <a:srgbClr val="2F3C7E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49834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hypothetical edge cases — they're the reason this scenario needs real engineering judgment, not just a working prototype.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functionality, built properly: ordering with live stock, cutoff, and daily limits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577840" cy="4434840"/>
          </a:xfrm>
          <a:prstGeom prst="roundRect">
            <a:avLst>
              <a:gd name="adj" fmla="val 2062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57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Enforced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560320"/>
            <a:ext cx="49377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cutoff time after which no more orders are accepted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stock that decrements safely even under concurrent requests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per-person daily limit per menu item, to prevent hoarding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cancellation grace window that restores stock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Server-computed pricing — the client can never dictate cost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Post-order rating (1–5 stars + review), one per order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92240" y="1783080"/>
            <a:ext cx="5029200" cy="2148840"/>
          </a:xfrm>
          <a:prstGeom prst="roundRect">
            <a:avLst>
              <a:gd name="adj" fmla="val 4255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66560" y="2423160"/>
            <a:ext cx="1475842" cy="384048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2423160"/>
            <a:ext cx="14758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379562" y="2423160"/>
            <a:ext cx="2192731" cy="384048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8379562" y="2423160"/>
            <a:ext cx="219273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(JWT)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66560" y="2935224"/>
            <a:ext cx="1655064" cy="384048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2935224"/>
            <a:ext cx="1655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558784" y="2935224"/>
            <a:ext cx="490118" cy="384048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8558784" y="2935224"/>
            <a:ext cx="49011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86062" y="2935224"/>
            <a:ext cx="758952" cy="384048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18" name="Text 16"/>
          <p:cNvSpPr/>
          <p:nvPr/>
        </p:nvSpPr>
        <p:spPr>
          <a:xfrm>
            <a:off x="9186062" y="2935224"/>
            <a:ext cx="758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082174" y="2935224"/>
            <a:ext cx="938174" cy="384048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10082174" y="2935224"/>
            <a:ext cx="9381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66560" y="3447288"/>
            <a:ext cx="938174" cy="384048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3447288"/>
            <a:ext cx="9381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Mockito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41894" y="3447288"/>
            <a:ext cx="938174" cy="384048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24" name="Text 22"/>
          <p:cNvSpPr/>
          <p:nvPr/>
        </p:nvSpPr>
        <p:spPr>
          <a:xfrm>
            <a:off x="7841894" y="3447288"/>
            <a:ext cx="9381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MockMvc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92240" y="4114800"/>
            <a:ext cx="5029200" cy="2103120"/>
          </a:xfrm>
          <a:prstGeom prst="roundRect">
            <a:avLst>
              <a:gd name="adj" fmla="val 4348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Experiences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766560" y="48463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360920" y="480974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60920" y="506577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order, cancel, rate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766560" y="5504688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5504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360920" y="546811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60920" y="572414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menu items and stock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2F3C7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80360" y="2587752"/>
            <a:ext cx="457200" cy="219456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210312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21031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40680" y="2587752"/>
            <a:ext cx="457200" cy="219456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9" name="Shape 7"/>
          <p:cNvSpPr/>
          <p:nvPr/>
        </p:nvSpPr>
        <p:spPr>
          <a:xfrm>
            <a:off x="5852160" y="210312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21031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01000" y="2587752"/>
            <a:ext cx="457200" cy="219456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0" y="210312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1031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(business rules)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281160" y="3337560"/>
            <a:ext cx="219456" cy="411480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37947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9E795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37947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Database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(repositories)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" y="466344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rule — stock, cutoff, daily limit, cancellation window, rating eligibility — lives in one place: the service layer. Controllers only translate HTTP ↔ service calls.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1520" y="548640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Clock is injected into every time-sensitive service, instead of calling the system clock directly — this is what makes cutoff-time and cancellation-window rules deterministic to test.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Tools 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Named, per the assessment's ground rules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149840" cy="1645920"/>
          </a:xfrm>
          <a:prstGeom prst="roundRect">
            <a:avLst>
              <a:gd name="adj" fmla="val 5556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20240" y="2057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920240" y="251460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planning, service-layer design, security config, test suite design and generation, documentation set, this deck.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10149840" cy="1645920"/>
          </a:xfrm>
          <a:prstGeom prst="roundRect">
            <a:avLst>
              <a:gd name="adj" fmla="val 5556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20624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206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20240" y="3977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920240" y="443484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AI change-loop partner for the order-rating feature — iterated through disconnected first attempts to a correctly integrated result.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 — Test Automation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tests, spanning unit and integration layers — and one that must fail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(unit + integration)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23360" y="182880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D9534F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0" y="19659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failed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023360" y="2880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red run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(stock check broken)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182880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3C9D5B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19659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23/23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406640" y="2880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after fix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bug: a stock check was changed from a correct “&lt;” comparison to “==” — a subtle, realistic logic error. It broke the exact-last-unit case AND the concurrency guard, since both depend on the same comparison.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502920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two-thread race-condition test (CountDownLatch, real in-memory DB) proves the optimistic-locking stock guard actually works under concurrency — not mocked.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 — The AI Change Loop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request: let a student rate a completed order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461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3246120" cy="457200"/>
          </a:xfrm>
          <a:prstGeom prst="roundRect">
            <a:avLst>
              <a:gd name="adj" fmla="val 24000"/>
            </a:avLst>
          </a:prstGeom>
          <a:solidFill>
            <a:srgbClr val="D9534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57400"/>
            <a:ext cx="3246120" cy="2286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2697480" cy="457200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90195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9019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4688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scratch code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15468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package, a placeholder “Food” entity instead of the real Order, and a syntax error.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13632" y="3291840"/>
            <a:ext cx="274320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3" name="Shape 11"/>
          <p:cNvSpPr/>
          <p:nvPr/>
        </p:nvSpPr>
        <p:spPr>
          <a:xfrm>
            <a:off x="4206240" y="1828800"/>
            <a:ext cx="32461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1828800"/>
            <a:ext cx="3246120" cy="457200"/>
          </a:xfrm>
          <a:prstGeom prst="roundRect">
            <a:avLst>
              <a:gd name="adj" fmla="val 24000"/>
            </a:avLst>
          </a:prstGeom>
          <a:solidFill>
            <a:srgbClr val="E0A030"/>
          </a:solidFill>
          <a:ln/>
        </p:spPr>
      </p:sp>
      <p:sp>
        <p:nvSpPr>
          <p:cNvPr id="15" name="Shape 13"/>
          <p:cNvSpPr/>
          <p:nvPr/>
        </p:nvSpPr>
        <p:spPr>
          <a:xfrm>
            <a:off x="4206240" y="2057400"/>
            <a:ext cx="3246120" cy="228600"/>
          </a:xfrm>
          <a:prstGeom prst="rect">
            <a:avLst/>
          </a:prstGeom>
          <a:solidFill>
            <a:srgbClr val="E0A030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1828800"/>
            <a:ext cx="2697480" cy="457200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0" y="190195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9019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34840" y="24688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but still disconnected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34840" y="315468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error resolved, but still not tied to the actual domain model. Not merged.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79792" y="3291840"/>
            <a:ext cx="274320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0" y="1828800"/>
            <a:ext cx="32461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0" y="1828800"/>
            <a:ext cx="3246120" cy="457200"/>
          </a:xfrm>
          <a:prstGeom prst="roundRect">
            <a:avLst>
              <a:gd name="adj" fmla="val 24000"/>
            </a:avLst>
          </a:prstGeom>
          <a:solidFill>
            <a:srgbClr val="3C9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0" y="2057400"/>
            <a:ext cx="3246120" cy="228600"/>
          </a:xfrm>
          <a:prstGeom prst="rect">
            <a:avLst/>
          </a:prstGeom>
          <a:solidFill>
            <a:srgbClr val="3C9D5B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1828800"/>
            <a:ext cx="2697480" cy="457200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515600" y="190195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0" y="19019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9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01000" y="24688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against the real model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001000" y="315468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with the real Order entity, ownership checks, Clock injection, exception factory pattern. Merged.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349240"/>
            <a:ext cx="10149840" cy="731520"/>
          </a:xfrm>
          <a:prstGeom prst="roundRect">
            <a:avLst>
              <a:gd name="adj" fmla="val 12500"/>
            </a:avLst>
          </a:prstGeom>
          <a:solidFill>
            <a:srgbClr val="2F3C7E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349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23/23 existing tests still passed after the final integration — the change was additive and never touched OrderService's core logic.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029200" cy="2103120"/>
          </a:xfrm>
          <a:prstGeom prst="roundRect">
            <a:avLst>
              <a:gd name="adj" fmla="val 4348"/>
            </a:avLst>
          </a:prstGeom>
          <a:solidFill>
            <a:srgbClr val="3A4A9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920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 auth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5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protected route resolves identity from a verified token — never from the request body.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0" y="1691640"/>
            <a:ext cx="5029200" cy="2103120"/>
          </a:xfrm>
          <a:prstGeom prst="roundRect">
            <a:avLst>
              <a:gd name="adj" fmla="val 4348"/>
            </a:avLst>
          </a:prstGeom>
          <a:solidFill>
            <a:srgbClr val="3A4A96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920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Server-computed pricing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0" y="246888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5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PlaceOrderRequest has no price field. The client cannot dictate what it's charged.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069080"/>
            <a:ext cx="5029200" cy="2103120"/>
          </a:xfrm>
          <a:prstGeom prst="roundRect">
            <a:avLst>
              <a:gd name="adj" fmla="val 4348"/>
            </a:avLst>
          </a:prstGeom>
          <a:solidFill>
            <a:srgbClr val="3A4A9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297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checks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84632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5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Cancelling or rating an order verifies the requester owns it, same pattern reused both places.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4069080"/>
            <a:ext cx="5029200" cy="2103120"/>
          </a:xfrm>
          <a:prstGeom prst="roundRect">
            <a:avLst>
              <a:gd name="adj" fmla="val 4348"/>
            </a:avLst>
          </a:prstGeom>
          <a:solidFill>
            <a:srgbClr val="3A4A96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4297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leaked internals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484632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5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GlobalExceptionHandler returns clean, consistent error JSON — never a raw stack trace.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of Failure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broke, and what it taught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149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vs 401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49040" y="201168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Missing/invalid tokens initially returned 403 (Access Denied). Fixed with an explicit AuthenticationEntryPoint returning the correct 401.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10149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4290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500s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342900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GET on a POST-only endpoint returned a generic 500 instead of 405, because the catch-all exception handler was too broad. Added specific handlers for framework exceptions.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709160"/>
            <a:ext cx="10149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8463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AI first attempts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484632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rating feature's first two AI-generated versions weren't tied to the real Order entity — required manual redirection with real project files before a usable result emerged.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114800" cy="4114800"/>
          </a:xfrm>
          <a:prstGeom prst="ellipse">
            <a:avLst/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Canteen Ordering System — built, tested, and iterated with AI as a directed collaborator, not a black box.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follows.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2026-08-16T05:50:32Z</dcterms:created>
  <dcterms:modified xsi:type="dcterms:W3CDTF">2026-08-16T05:50:32Z</dcterms:modified>
</cp:coreProperties>
</file>